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60" r:id="rId6"/>
    <p:sldId id="259" r:id="rId7"/>
    <p:sldId id="258" r:id="rId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1E8"/>
    <a:srgbClr val="232CDD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436" y="-12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ECDD6-0AEE-4D63-B79E-E976043603BB}" type="datetimeFigureOut">
              <a:rPr lang="ru-RU" smtClean="0"/>
              <a:t>06.05.2021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7A5E2-8EFC-4B1A-9788-E6AC01F50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8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83D4-36E4-4E45-B303-E4D65D841E7D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53A26-A08C-49DD-85BB-DB8F9F0DC5B1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183B-87E1-4BB2-9F31-42200B9C38E4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3178-5E7D-45A7-A09F-455B660A4FC6}" type="datetime1">
              <a:rPr lang="ru-RU" smtClean="0"/>
              <a:t>06.05.2021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E2840-5C37-4EFC-B852-863A7766B718}" type="datetime1">
              <a:rPr lang="ru-RU" smtClean="0"/>
              <a:t>06.05.2021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C3B1-9CBC-4672-A47D-A7F65EA08F6A}" type="datetime1">
              <a:rPr lang="ru-RU" smtClean="0"/>
              <a:t>06.05.2021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62C5-E1CC-47A4-A63F-3364B08F6B73}" type="datetime1">
              <a:rPr lang="ru-RU" smtClean="0"/>
              <a:t>06.05.2021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7A2C-BB64-48BF-987D-679691E4CB80}" type="datetime1">
              <a:rPr lang="ru-RU" smtClean="0"/>
              <a:t>06.05.2021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2B81-7ADD-4247-BD92-14B8BD933FCB}" type="datetime1">
              <a:rPr lang="ru-RU" smtClean="0"/>
              <a:t>06.05.2021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8C85-EC28-44D7-8AA6-AEB2B6C08EE7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324-63ED-4731-B1E2-1EC75ADCCC21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C3BC8-F637-4072-B280-F6475C876856}" type="datetime1">
              <a:rPr lang="ru-RU" smtClean="0"/>
              <a:t>06.05.2021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72000" y="2427734"/>
            <a:ext cx="4176464" cy="1102519"/>
          </a:xfrm>
        </p:spPr>
        <p:txBody>
          <a:bodyPr>
            <a:noAutofit/>
          </a:bodyPr>
          <a:lstStyle/>
          <a:p>
            <a:pPr algn="r">
              <a:lnSpc>
                <a:spcPct val="75000"/>
              </a:lnSpc>
            </a:pPr>
            <a:r>
              <a:rPr lang="en-US" sz="3200" b="1" dirty="0" smtClean="0">
                <a:solidFill>
                  <a:srgbClr val="0E51E8"/>
                </a:solidFill>
              </a:rPr>
              <a:t>ВКР 13.02.10</a:t>
            </a:r>
            <a:br>
              <a:rPr lang="en-US" sz="3200" b="1" dirty="0" smtClean="0">
                <a:solidFill>
                  <a:srgbClr val="0E51E8"/>
                </a:solidFill>
              </a:rPr>
            </a:br>
            <a:r>
              <a:rPr lang="en-US" sz="3200" b="1" dirty="0" err="1" smtClean="0">
                <a:solidFill>
                  <a:srgbClr val="0E51E8"/>
                </a:solidFill>
              </a:rPr>
              <a:t>Баранов</a:t>
            </a:r>
            <a:r>
              <a:rPr lang="en-US" sz="3200" b="1" dirty="0" smtClean="0">
                <a:solidFill>
                  <a:srgbClr val="0E51E8"/>
                </a:solidFill>
              </a:rPr>
              <a:t> А.А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72000" y="3795886"/>
            <a:ext cx="4392488" cy="433214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75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E51E8"/>
                </a:solidFill>
              </a:rPr>
              <a:t>Разработка ПЭТВ XLSX АД4А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107504" y="1059582"/>
            <a:ext cx="87129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/>
              <a:t>Презентация создается в программе </a:t>
            </a:r>
            <a:r>
              <a:rPr lang="en-US" dirty="0"/>
              <a:t>Power Point</a:t>
            </a:r>
            <a:r>
              <a:rPr lang="ru-RU" dirty="0"/>
              <a:t> 97-2007.</a:t>
            </a:r>
            <a:r>
              <a:rPr lang="ru-RU" cap="all" dirty="0"/>
              <a:t> </a:t>
            </a:r>
            <a:r>
              <a:rPr lang="ru-RU" dirty="0"/>
              <a:t>Рекомендуемое количество слайдов 10-13. На них выносят основные графики, схемы, таблицы, фотографии и т.д. в соответствии с докладом.</a:t>
            </a:r>
            <a:endParaRPr lang="en-US" dirty="0"/>
          </a:p>
          <a:p>
            <a:pPr lvl="0"/>
            <a:r>
              <a:rPr lang="ru-RU" dirty="0"/>
              <a:t>На 1 слайде указывается наименование колледжа, направление подготовки (специальность), ФИО выпускника, его фотография (по желанию).</a:t>
            </a:r>
            <a:endParaRPr lang="en-US" dirty="0"/>
          </a:p>
          <a:p>
            <a:pPr lvl="0"/>
            <a:r>
              <a:rPr lang="ru-RU" dirty="0"/>
              <a:t>На 2 слайде указывается тема дипломного проекта, руководитель и рецензент.</a:t>
            </a:r>
            <a:endParaRPr lang="en-US" dirty="0"/>
          </a:p>
          <a:p>
            <a:pPr lvl="0"/>
            <a:r>
              <a:rPr lang="ru-RU" dirty="0"/>
              <a:t>На 3 слайде отражаются цель и задачи дипломного проекта.</a:t>
            </a:r>
            <a:endParaRPr lang="en-US" dirty="0"/>
          </a:p>
          <a:p>
            <a:pPr lvl="0"/>
            <a:r>
              <a:rPr lang="ru-RU" dirty="0"/>
              <a:t>На 4 слайде обозначается структура дипломного проекта.</a:t>
            </a:r>
            <a:endParaRPr lang="en-US" dirty="0"/>
          </a:p>
          <a:p>
            <a:pPr lvl="0"/>
            <a:r>
              <a:rPr lang="ru-RU" dirty="0"/>
              <a:t>На 5 и последующих слайдах, отражается содержание основной части дипломного проекта (наиболее значимые моменты). Соотношение слайдов теоретической и практической части 2:4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4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E51E8"/>
                </a:solidFill>
              </a:rPr>
              <a:t>Введите заголовок слайда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251520" y="1131589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/>
              <a:t>Два последних слайда должны содержать заключение (выводы) по итогам выполнения дипломного проекта.</a:t>
            </a:r>
            <a:endParaRPr lang="en-US" dirty="0"/>
          </a:p>
          <a:p>
            <a:pPr lvl="0"/>
            <a:r>
              <a:rPr lang="ru-RU" dirty="0"/>
              <a:t>Презентация выполняется в едином стиле, с использованием не более 2 элементов анимации на каждом слайде. Цветовая гамма и использование анимации не должны препятствовать адекватному восприятию информации.</a:t>
            </a:r>
            <a:endParaRPr lang="en-US" dirty="0"/>
          </a:p>
          <a:p>
            <a:pPr lvl="0"/>
            <a:r>
              <a:rPr lang="ru-RU" dirty="0"/>
              <a:t>Демонстрация презентации проводится в ручном режиме. </a:t>
            </a:r>
            <a:endParaRPr lang="en-US" dirty="0"/>
          </a:p>
          <a:p>
            <a:pPr lvl="0"/>
            <a:r>
              <a:rPr lang="ru-RU" dirty="0"/>
              <a:t>Продолжительность презентации – 7-10 мин. (в зависимости от текста выступления на защите дипломного проекта).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0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E51E8"/>
                </a:solidFill>
              </a:rPr>
              <a:t>Введите заголовок слайда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837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E51E8"/>
                </a:solidFill>
              </a:rPr>
              <a:t>Введите заголовок слайда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59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E51E8"/>
                </a:solidFill>
              </a:rPr>
              <a:t>Введите заголовок слайда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60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408712" cy="493563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E51E8"/>
                </a:solidFill>
              </a:rPr>
              <a:t>Введите заголовок слайда</a:t>
            </a:r>
            <a:endParaRPr lang="ru-RU" sz="3200" b="1" dirty="0">
              <a:solidFill>
                <a:srgbClr val="0E51E8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36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203</Words>
  <Application>Microsoft Office PowerPoint</Application>
  <PresentationFormat>On-screen Show (16:9)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Тема Office</vt:lpstr>
      <vt:lpstr>ВКР 13.02.10 Баранов А.А</vt:lpstr>
      <vt:lpstr>Разработка ПЭТВ XLSX АД4А</vt:lpstr>
      <vt:lpstr>Введите заголовок слайда</vt:lpstr>
      <vt:lpstr>Введите заголовок слайда</vt:lpstr>
      <vt:lpstr>Введите заголовок слайда</vt:lpstr>
      <vt:lpstr>Введите заголовок слайда</vt:lpstr>
      <vt:lpstr>Введите заголовок слайда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Введите  заголовок</dc:title>
  <dc:creator>DooM</dc:creator>
  <cp:lastModifiedBy>volpol</cp:lastModifiedBy>
  <cp:revision>5</cp:revision>
  <dcterms:created xsi:type="dcterms:W3CDTF">2020-12-16T11:11:43Z</dcterms:created>
  <dcterms:modified xsi:type="dcterms:W3CDTF">2021-05-06T10:10:31Z</dcterms:modified>
</cp:coreProperties>
</file>